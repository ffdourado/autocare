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49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3864">
              <a:alpha val="60000"/>
            </a:srgbClr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AutoCare</a:t>
            </a:r>
            <a:endParaRPr lang="en-US" sz="44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Sistema de Gestão e Manutenção Preventiva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F4F4"/>
                </a:solidFill>
              </a:rPr>
              <a:t>Reduzindo custos e aumentando a segurança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Cleber Mendes de Freitas – RA 924113048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Kevin Alexei Costa Fonseca – RA 924106023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Brunno Oliveira Siqueira – RA 924116941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Felipe Fonseca Dourado – RA 924102332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</a:rPr>
              <a:t>O projeto AutoCare surge da necessidade de motoristas e gestores de frotas controlarem a manutenção de seus veículos de forma prática e econômica. Desenvolveremos uma aplicação web/mobile que permitirá o cadastro dos veículos, o agendamento de revisões preventivas e o recebimento de notificações automáticas para serviços essenciais como troca de óleo, revisão de freios e calibragem de pneus. Utilizando a metodologia ágil Scrum, o projeto será construído em entregas parciais, com prototipagem, testes e ajustes contínuos. Como resultados espera‑se reduzir em até 40% os custos com reparos corretivos, aumentar a segurança no trânsito e facilitar o acesso às informações de manutenção, promovendo práticas sustentáveis.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Problema e Justificativa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97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Falta de controle das revisões preventivas gera altos custos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Condutores sofrem com imprevistos e acidentes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560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Necessidade de tornar a manutenção mais acessível e sustentável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1005840"/>
            <a:ext cx="3291840" cy="2468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6928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03864"/>
                </a:solidFill>
              </a:rPr>
              <a:t>Manutenção veicular em foco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Objetivos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Cadastro de veículos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Registrar veículos e proprietários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2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Notificações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21208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Alertar sobre revisões e serviços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603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Histórico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8872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Acompanhar serviços realizados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56032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Relatórios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21208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Gerar custos e análises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</a:rPr>
              <a:t>Objetivo geral: desenvolver um sistema web/mobile de gestão da manutenção preventiva de veículos.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Escopo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Abrangência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Cadastro de veículos e proprietários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Agenda de revisões com notificações automáticas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Histórico de manutenções realizadas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Relatórios de custos dos serviços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572000" y="10058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D723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9"/>
          <p:cNvSpPr/>
          <p:nvPr/>
        </p:nvSpPr>
        <p:spPr>
          <a:xfrm>
            <a:off x="461772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2323"/>
                </a:solidFill>
              </a:rPr>
              <a:t>Fora de Escopo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1732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2064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Integração direta com oficinas mecânicas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6596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064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Integração com concessionárias ou fornecedores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1460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2064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Processamento de pagamentos online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Metodologia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Levantamento de requisitos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6304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2323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03120" y="182880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9456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Protótipo e desenvolvimento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10896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2323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749040" y="182880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011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Testes de funcionalidades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75488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2323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394960" y="182880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0116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Ajustes e melhorias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008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2323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040880" y="182880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0116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Implantação e avaliação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804672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2323"/>
                </a:solidFill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Cronograma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18288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274320" cy="274320"/>
          </a:xfrm>
          <a:prstGeom prst="ellipse">
            <a:avLst/>
          </a:prstGeom>
          <a:solidFill>
            <a:srgbClr val="D72323"/>
          </a:solidFill>
          <a:ln w="12700">
            <a:solidFill>
              <a:srgbClr val="D723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864"/>
                </a:solidFill>
              </a:rPr>
              <a:t>Mês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-18288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Requisitos e planejamento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2788920"/>
            <a:ext cx="274320" cy="274320"/>
          </a:xfrm>
          <a:prstGeom prst="ellipse">
            <a:avLst/>
          </a:prstGeom>
          <a:solidFill>
            <a:srgbClr val="D72323"/>
          </a:solidFill>
          <a:ln w="12700">
            <a:solidFill>
              <a:srgbClr val="D723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864"/>
                </a:solidFill>
              </a:rPr>
              <a:t>Mês 2-3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Desenvolvimento do protótipo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2788920"/>
            <a:ext cx="274320" cy="274320"/>
          </a:xfrm>
          <a:prstGeom prst="ellipse">
            <a:avLst/>
          </a:prstGeom>
          <a:solidFill>
            <a:srgbClr val="D72323"/>
          </a:solidFill>
          <a:ln w="12700">
            <a:solidFill>
              <a:srgbClr val="D723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6616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864"/>
                </a:solidFill>
              </a:rPr>
              <a:t>Mês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Testes com usuários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2788920"/>
            <a:ext cx="274320" cy="274320"/>
          </a:xfrm>
          <a:prstGeom prst="ellipse">
            <a:avLst/>
          </a:prstGeom>
          <a:solidFill>
            <a:srgbClr val="D72323"/>
          </a:solidFill>
          <a:ln w="12700">
            <a:solidFill>
              <a:srgbClr val="D723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0352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864"/>
                </a:solidFill>
              </a:rPr>
              <a:t>Mês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Implantação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43800" y="2788920"/>
            <a:ext cx="274320" cy="274320"/>
          </a:xfrm>
          <a:prstGeom prst="ellipse">
            <a:avLst/>
          </a:prstGeom>
          <a:solidFill>
            <a:srgbClr val="D72323"/>
          </a:solidFill>
          <a:ln w="12700">
            <a:solidFill>
              <a:srgbClr val="D723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04088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864"/>
                </a:solidFill>
              </a:rPr>
              <a:t>Mês 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Avaliação final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Resultados Esperados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Economia
</a:t>
            </a:r>
            <a:r>
              <a:rPr lang="en-US" sz="1200" dirty="0">
                <a:solidFill>
                  <a:srgbClr val="333333"/>
                </a:solidFill>
              </a:rPr>
              <a:t>Redução de até 40% nos custos com reparos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830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7373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Segurança
</a:t>
            </a:r>
            <a:r>
              <a:rPr lang="en-US" sz="1200" dirty="0">
                <a:solidFill>
                  <a:srgbClr val="333333"/>
                </a:solidFill>
              </a:rPr>
              <a:t>Aumento da segurança veicular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2316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377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Acessibilidade
</a:t>
            </a:r>
            <a:r>
              <a:rPr lang="en-US" sz="1200" dirty="0">
                <a:solidFill>
                  <a:srgbClr val="333333"/>
                </a:solidFill>
              </a:rPr>
              <a:t>Sistema disponível via web e mobile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632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017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Controle
</a:t>
            </a:r>
            <a:r>
              <a:rPr lang="en-US" sz="1200" dirty="0">
                <a:solidFill>
                  <a:srgbClr val="333333"/>
                </a:solidFill>
              </a:rPr>
              <a:t>Melhor gestão do histórico de serviços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0332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6576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Sustentabilidade
</a:t>
            </a:r>
            <a:r>
              <a:rPr lang="en-US" sz="1200" dirty="0">
                <a:solidFill>
                  <a:srgbClr val="333333"/>
                </a:solidFill>
              </a:rPr>
              <a:t>Redução de desperdícios e emissões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Equipe e Recursos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029200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Nome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Função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Cleber Mendes de Freitas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924113048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Analista de Requisitos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Kevin Alexei Costa Fonseca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924106023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Designer / UI/UX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Brunno Oliveira Siqueira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924116941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Desenvolvedor Full‑Stack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Felipe Fonseca Dourado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924102332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Gerente de Projeto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Recursos Necessários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5087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1 Gerente de Projeto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05740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1 Desenvolvedor Full‑Stack</a:t>
            </a:r>
            <a:endParaRPr lang="en-US" sz="1000" dirty="0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6060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79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1 Analista de Requisitos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15468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1792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Infraestrutura: computadores, servidor em nuvem e banco de dados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Conclusão e Próximos Passos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AutoCare propõe uma solução inovadora para gerir a manutenção preventiva de veículos, promovendo economia, segurança e sustentabilidade. Ao centralizar informações e automatizar alertas, contribui para reduzir imprevistos e custos com reparos corretivos. Nos próximos meses, focaremos na implantação da aplicação, coleta de feedback dos usuários e melhorias contínuas, garantindo que o sistema atenda às necessidades de motoristas e gestores de frota.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3116275"/>
            <a:ext cx="8229600" cy="163129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Links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Repositório GitHub: </a:t>
            </a:r>
            <a:r>
              <a:rPr lang="en-US" sz="1200" u="sng" dirty="0">
                <a:solidFill>
                  <a:srgbClr val="D72323"/>
                </a:solidFill>
              </a:rPr>
              <a:t>https://github.com/ffdourado/autocare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Aplicação Online: </a:t>
            </a:r>
            <a:r>
              <a:rPr lang="en-US" sz="1200" u="sng" dirty="0">
                <a:solidFill>
                  <a:srgbClr val="D72323"/>
                </a:solidFill>
              </a:rPr>
              <a:t>https://autocare-app.vercel.app</a:t>
            </a: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Vídeo do Pitch: https://youtu.be/lwokyyqbHIE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539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Felipe Dourado</cp:lastModifiedBy>
  <cp:revision>3</cp:revision>
  <cp:lastPrinted>2025-12-06T02:01:12Z</cp:lastPrinted>
  <dcterms:created xsi:type="dcterms:W3CDTF">2025-12-06T00:22:22Z</dcterms:created>
  <dcterms:modified xsi:type="dcterms:W3CDTF">2025-12-06T02:25:02Z</dcterms:modified>
</cp:coreProperties>
</file>